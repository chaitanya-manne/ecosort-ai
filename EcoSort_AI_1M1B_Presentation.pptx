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EcoSort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Intelligent Waste Segregation and Disposal Assistant</a:t>
            </a:r>
          </a:p>
          <a:p>
            <a:pPr>
              <a:defRPr sz="2200"/>
            </a:pPr>
            <a:r>
              <a:t>1M1B AI for Sustainability Virtual Internship</a:t>
            </a:r>
          </a:p>
          <a:p>
            <a:pPr>
              <a:defRPr sz="2200"/>
            </a:pPr>
            <a:r>
              <a:t>Primary SDG: SDG 12 – Responsible Consumption and Production</a:t>
            </a:r>
          </a:p>
          <a:p>
            <a:pPr>
              <a:defRPr sz="2200"/>
            </a:pPr>
            <a:r>
              <a:t>Project by Chaitanya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Users often struggle to identify the correct waste stream for everyday items.</a:t>
            </a:r>
          </a:p>
          <a:p>
            <a:pPr>
              <a:defRPr sz="2200"/>
            </a:pPr>
            <a:r>
              <a:t>Incorrect segregation can contaminate recyclable material and increase disposal challenges.</a:t>
            </a:r>
          </a:p>
          <a:p>
            <a:pPr>
              <a:defRPr sz="2200"/>
            </a:pPr>
            <a:r>
              <a:t>The project addresses the information gap with an image-based AI assistant.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Upload a waste-item image through a Streamlit interface.</a:t>
            </a:r>
          </a:p>
          <a:p>
            <a:pPr>
              <a:defRPr sz="2200"/>
            </a:pPr>
            <a:r>
              <a:t>Use computer vision to estimate the waste category.</a:t>
            </a:r>
          </a:p>
          <a:p>
            <a:pPr>
              <a:defRPr sz="2200"/>
            </a:pPr>
            <a:r>
              <a:t>Retrieve relevant disposal guidance from a sustainability knowledge base.</a:t>
            </a:r>
          </a:p>
          <a:p>
            <a:pPr>
              <a:defRPr sz="2200"/>
            </a:pPr>
            <a:r>
              <a:t>Optionally use generative AI to summarize retrieved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 + Streamlit</a:t>
            </a:r>
          </a:p>
          <a:p>
            <a:pPr>
              <a:defRPr sz="2200"/>
            </a:pPr>
            <a:r>
              <a:t>Hugging Face Transformers + CLIP zero-shot image classification</a:t>
            </a:r>
          </a:p>
          <a:p>
            <a:pPr>
              <a:defRPr sz="2200"/>
            </a:pPr>
            <a:r>
              <a:t>PyTorch for model execution</a:t>
            </a:r>
          </a:p>
          <a:p>
            <a:pPr>
              <a:defRPr sz="2200"/>
            </a:pPr>
            <a:r>
              <a:t>Retrieval layer using a local JSON knowledge base</a:t>
            </a:r>
          </a:p>
          <a:p>
            <a:pPr>
              <a:defRPr sz="2200"/>
            </a:pPr>
            <a:r>
              <a:t>Optional Gemini API for grounded natural-language guidance</a:t>
            </a:r>
          </a:p>
          <a:p>
            <a:pPr>
              <a:defRPr sz="2200"/>
            </a:pPr>
            <a:r>
              <a:t>GitHub for version control and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Image → CLIP → Waste Category → Retrieval → Guidance</a:t>
            </a:r>
          </a:p>
          <a:p>
            <a:pPr>
              <a:defRPr sz="2200"/>
            </a:pPr>
            <a:r>
              <a:t>Optional Gemini layer summarizes retrieved evidence.</a:t>
            </a:r>
          </a:p>
          <a:p>
            <a:pPr>
              <a:defRPr sz="2200"/>
            </a:pPr>
            <a:r>
              <a:t>The prototype explicitly separates model prediction from disposal guidance.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Students and households</a:t>
            </a:r>
          </a:p>
          <a:p>
            <a:pPr>
              <a:defRPr sz="2200"/>
            </a:pPr>
            <a:r>
              <a:t>Schools, colleges and offices</a:t>
            </a:r>
          </a:p>
          <a:p>
            <a:pPr>
              <a:defRPr sz="2200"/>
            </a:pPr>
            <a:r>
              <a:t>Apartment/residential communities</a:t>
            </a:r>
          </a:p>
          <a:p>
            <a:pPr>
              <a:defRPr sz="2200"/>
            </a:pPr>
            <a:r>
              <a:t>Environmental awareness campaigns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SDG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SDG 12: Responsible Consumption and Production — primary alignment</a:t>
            </a:r>
          </a:p>
          <a:p>
            <a:pPr>
              <a:defRPr sz="2200"/>
            </a:pPr>
            <a:r>
              <a:t>SDG 11: Sustainable Cities and Communities — secondary relevance</a:t>
            </a:r>
          </a:p>
          <a:p>
            <a:pPr>
              <a:defRPr sz="2200"/>
            </a:pPr>
            <a:r>
              <a:t>SDG 13: Climate Action — potential indirect relevance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Current project is a prototype; environmental impact has not been measured.</a:t>
            </a:r>
          </a:p>
          <a:p>
            <a:pPr>
              <a:defRPr sz="2200"/>
            </a:pPr>
            <a:r>
              <a:t>Future metrics: classification accuracy, F1-score, user correction rate and retrieval relevance.</a:t>
            </a:r>
          </a:p>
          <a:p>
            <a:pPr>
              <a:defRPr sz="2200"/>
            </a:pPr>
            <a:r>
              <a:t>Future deployment could track items analyzed and recurring confusion categories.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CLIP is general-purpose and may misclassify ambiguous waste.</a:t>
            </a:r>
          </a:p>
          <a:p>
            <a:pPr>
              <a:defRPr sz="2200"/>
            </a:pPr>
            <a:r>
              <a:t>Local waste rules vary by municipality.</a:t>
            </a:r>
          </a:p>
          <a:p>
            <a:pPr>
              <a:defRPr sz="2200"/>
            </a:pPr>
            <a:r>
              <a:t>Future: waste-specific fine-tuning, multilingual support, local rules, mobile app and analytics.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1. Start Streamlit</a:t>
            </a:r>
          </a:p>
          <a:p>
            <a:pPr>
              <a:defRPr sz="2200"/>
            </a:pPr>
            <a:r>
              <a:t>2. Upload a clear waste image</a:t>
            </a:r>
          </a:p>
          <a:p>
            <a:pPr>
              <a:defRPr sz="2200"/>
            </a:pPr>
            <a:r>
              <a:t>3. Click Analyze Waste</a:t>
            </a:r>
          </a:p>
          <a:p>
            <a:pPr>
              <a:defRPr sz="2200"/>
            </a:pPr>
            <a:r>
              <a:t>4. Explain prediction, confidence, retrieved guidance and sustainability tip</a:t>
            </a:r>
          </a:p>
          <a:p>
            <a:pPr>
              <a:defRPr sz="2200"/>
            </a:pPr>
            <a:r>
              <a:t>5. Show limitations honestly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EcoSort AI demonstrates how computer vision, retrieval and generative AI can support sustainability education.</a:t>
            </a:r>
          </a:p>
          <a:p>
            <a:pPr>
              <a:defRPr sz="2200"/>
            </a:pPr>
            <a:r>
              <a:t>The project is designed as a transparent student prototype that can be extended into a location-aware waste assistant.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